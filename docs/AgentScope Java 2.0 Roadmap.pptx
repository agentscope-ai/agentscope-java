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500a8028b14187" /><Relationship Type="http://schemas.openxmlformats.org/officeDocument/2006/relationships/extended-properties" Target="/docProps/app.xml" Id="R90a75ecfbcf64523" /><Relationship Type="http://schemas.openxmlformats.org/officeDocument/2006/relationships/officeDocument" Target="/ppt/presentation.xml" Id="R5e43480980c04f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38269408d940bd"/>
  </p:sldMasterIdLst>
  <p:notesMasterIdLst>
    <p:notesMasterId xmlns:r="http://schemas.openxmlformats.org/officeDocument/2006/relationships" r:id="R0f6f2b56c7a940a4"/>
  </p:notesMasterIdLst>
  <p:sldIdLst>
    <p:sldId xmlns:r="http://schemas.openxmlformats.org/officeDocument/2006/relationships" id="256" r:id="R7f291b0cc7424047"/>
    <p:sldId xmlns:r="http://schemas.openxmlformats.org/officeDocument/2006/relationships" id="257" r:id="R7feeacdc60e94521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2861de0ef54920" /><Relationship Type="http://schemas.openxmlformats.org/officeDocument/2006/relationships/slideMaster" Target="/ppt/slideMasters/slideMaster1.xml" Id="R3b38269408d940bd" /><Relationship Type="http://schemas.openxmlformats.org/officeDocument/2006/relationships/notesMaster" Target="/ppt/notesMasters/notesMaster1.xml" Id="R0f6f2b56c7a940a4" /><Relationship Type="http://schemas.openxmlformats.org/officeDocument/2006/relationships/presProps" Target="/ppt/presProps.xml" Id="Rd4aec6e4beb74bca" /><Relationship Type="http://schemas.openxmlformats.org/officeDocument/2006/relationships/viewProps" Target="/ppt/viewProps.xml" Id="R23aeb33e2d63458a" /><Relationship Type="http://schemas.openxmlformats.org/officeDocument/2006/relationships/tableStyles" Target="/ppt/tableStyles.xml" Id="Rec78baa9b13545be" /><Relationship Type="http://schemas.openxmlformats.org/officeDocument/2006/relationships/slide" Target="/ppt/slides/slide1.xml" Id="R7f291b0cc7424047" /><Relationship Type="http://schemas.openxmlformats.org/officeDocument/2006/relationships/slide" Target="/ppt/slides/slide2.xml" Id="R7feeacdc60e9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7d78d4186c43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bf1500a683466d" /><Relationship Type="http://schemas.openxmlformats.org/officeDocument/2006/relationships/notesMaster" Target="/ppt/notesMasters/notesMaster1.xml" Id="R7c1f82e4eb4040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76ab0e41fb4290" /><Relationship Type="http://schemas.openxmlformats.org/officeDocument/2006/relationships/notesMaster" Target="/ppt/notesMasters/notesMaster1.xml" Id="Rb32e66b377b542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讲解建议：先讲三条主线并非孤立项目，最终目标是把 Agent 从开发框架推进到可运营的平台能力。</a:t>
            </a:r>
          </a:p>
          <a:p xmlns:a="http://schemas.openxmlformats.org/drawingml/2006/main">
            <a:r>
              <a:t>Goal 重点强调 executor / verifier 的目标校验与反馈闭环；Roadmap 不在此页承诺具体版本日期。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https://docs.agentscope.io/versions/2.0.8dev/en/building-blocks/pipeline/overview</a:t>
            </a:r>
          </a:p>
          <a:p xmlns:a="http://schemas.openxmlformats.org/drawingml/2006/main">
            <a:r>
              <a:t>- https://docs.agentscope.io/versions/2.0.8dev/en/building-blocks/pipeline/goal</a:t>
            </a:r>
          </a:p>
          <a:p xmlns:a="http://schemas.openxmlformats.org/drawingml/2006/main">
            <a:r>
              <a:t>- https://docs.agentscope.io/versions/2.0.8dev/en/deploy/rag</a:t>
            </a:r>
          </a:p>
          <a:p xmlns:a="http://schemas.openxmlformats.org/drawingml/2006/main">
            <a:r>
              <a:t>- /Users/ken/agentscope-2/agentscope-java/docs/AgentScope Java 2.0 v1.pptx (slides 8, 13–15, 18, 20, 22, 24)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讲解建议：中间的 AgentCore 负责全生命周期托管；上方 AgentLoop 观测与评估横切所有阶段；左右两侧分别是 Harness 内核与规模化协作/服务扩展。</a:t>
            </a:r>
          </a:p>
          <a:p xmlns:a="http://schemas.openxmlformats.org/drawingml/2006/main">
            <a:r>
              <a:t>强调统一契约是闭环关键：事件流负责可观测，状态存储负责恢复，控制面 API 负责运营与治理。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https://docs.agentscope.io/versions/2.0.8dev/en/building-blocks/pipeline/goal</a:t>
            </a:r>
          </a:p>
          <a:p xmlns:a="http://schemas.openxmlformats.org/drawingml/2006/main">
            <a:r>
              <a:t>- https://docs.agentscope.io/versions/2.0.8dev/en/deploy/rag</a:t>
            </a:r>
          </a:p>
          <a:p xmlns:a="http://schemas.openxmlformats.org/drawingml/2006/main">
            <a:r>
              <a:t>- /Users/ken/agentscope-2/agentscope-java/docs/v2/en/docs/harness/subagent.md</a:t>
            </a:r>
          </a:p>
          <a:p xmlns:a="http://schemas.openxmlformats.org/drawingml/2006/main">
            <a:r>
              <a:t>- /Users/ken/agentscope-2/agentscope-java/docs/v2/en/docs/harness/sandbox.md</a:t>
            </a:r>
          </a:p>
          <a:p xmlns:a="http://schemas.openxmlformats.org/drawingml/2006/main">
            <a:r>
              <a:t>- /Users/ken/agentscope-2/agentscope-java/docs/AgentScope Java 2.0 v1.pptx (slides 14, 15, 18, 20, 22, 24)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65ae51cd143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bc429a69048b9" /><Relationship Type="http://schemas.openxmlformats.org/officeDocument/2006/relationships/image" Target="/ppt/media/image2.jpeg" Id="Rd7acd91b43b0444b" /><Relationship Type="http://schemas.openxmlformats.org/officeDocument/2006/relationships/image" Target="/ppt/media/image.png" Id="R55a24f855a8f41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ab95877664429" /><Relationship Type="http://schemas.openxmlformats.org/officeDocument/2006/relationships/image" Target="/ppt/media/image3.jpeg" Id="R5343787a96634042" /><Relationship Type="http://schemas.openxmlformats.org/officeDocument/2006/relationships/image" Target="/ppt/media/image.png" Id="Rba9fbb10af2c4c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4134f18cf4b56" /><Relationship Type="http://schemas.openxmlformats.org/officeDocument/2006/relationships/image" Target="/ppt/media/image.png" Id="R90c52d37555b4c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90a9b7273426e" /><Relationship Type="http://schemas.openxmlformats.org/officeDocument/2006/relationships/image" Target="/ppt/media/image2.png" Id="R6452e79df3c74aac" /><Relationship Type="http://schemas.openxmlformats.org/officeDocument/2006/relationships/image" Target="/ppt/media/image.png" Id="Rafd16080d5d24c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fb20b858e4bf0" /><Relationship Type="http://schemas.openxmlformats.org/officeDocument/2006/relationships/image" Target="/ppt/media/image3.png" Id="R4467fcd3375a41a2" /><Relationship Type="http://schemas.openxmlformats.org/officeDocument/2006/relationships/image" Target="/ppt/media/image.png" Id="Rf43763ad721c47c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effcf5daa4bab" /><Relationship Type="http://schemas.openxmlformats.org/officeDocument/2006/relationships/image" Target="/ppt/media/image4.jpeg" Id="Ra45e973437bc4f50" /><Relationship Type="http://schemas.openxmlformats.org/officeDocument/2006/relationships/image" Target="/ppt/media/image4.png" Id="R3d207ac85fa749a8" /></Relationships>
</file>

<file path=ppt/slideLayouts/slideLayout1.xml><?xml version="1.0" encoding="utf-8"?>
<p:sldLayout xmlns:p="http://schemas.openxmlformats.org/presentationml/2006/main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91824907-141F-4C38-8A90-FA526337C32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目录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cd91b43b044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26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24f855a8f41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2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54CECEE1-5A30-4EA5-A06F-616CEAECD94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0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1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3787a96634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511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35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fbb10af2c4c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1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395EC028-BEC6-44DA-8316-682C10DC4CE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>
  <p:cSld name="内容页-空白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">
            <a:extLst xmlns:a="http://schemas.openxmlformats.org/drawingml/2006/main">
              <a:ext uri="{FF2B5EF4-FFF2-40B4-BE49-F238E27FC236}">
                <a16:creationId xmlns:a16="http://schemas.microsoft.com/office/drawing/2014/main" id="{EA2DB30B-C883-4D0F-A573-78DD567B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1"/>
            <a:ext cx="24384001" cy="13716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>
              <a:alpha val="15000"/>
            </a:srgb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defTabSz="825500">
              <a:buNone/>
              <a:defRPr sz="32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3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52d37555b4c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0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A76DDB77-9C30-4EFE-A437-DE41730160A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>
  <p:cSld name="内容页-浅色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2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2e79df3c74aac">
            <a:alphaModFix amt="80251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524000" y="-2540000"/>
            <a:ext cx="30480000" cy="17145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62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16080d5d24c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8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6ACCA374-BFF1-463C-BAF7-184DEE6C794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>
  <p:cSld name="内容页-浅色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3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7fcd3375a41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71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763ad721c47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7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9DBCBB3E-C35E-4A1A-853B-CBFB5BD95F4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>
  <p:cSld name="封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6" name="封底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e973437bc4f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07" name="图像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07ac85fa749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2959" y="9656409"/>
            <a:ext cx="10885584" cy="68968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03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EB9C8D8D-BDBD-44D7-B19A-3FE38A4245A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9c925e1df7c54b61" /><Relationship Type="http://schemas.openxmlformats.org/officeDocument/2006/relationships/image" Target="/ppt/media/image.png" Id="R10f6d9576ec049c1" /><Relationship Type="http://schemas.openxmlformats.org/officeDocument/2006/relationships/theme" Target="/ppt/slideMasters/theme/theme2.xml" Id="Rfb1924ed76dd4d57" /><Relationship Type="http://schemas.openxmlformats.org/officeDocument/2006/relationships/slideLayout" Target="/ppt/slideLayouts/slideLayout1.xml" Id="R4c1408dfdcc64354" /><Relationship Type="http://schemas.openxmlformats.org/officeDocument/2006/relationships/slideLayout" Target="/ppt/slideLayouts/slideLayout2.xml" Id="Rc5974342e1ef496e" /><Relationship Type="http://schemas.openxmlformats.org/officeDocument/2006/relationships/slideLayout" Target="/ppt/slideLayouts/slideLayout3.xml" Id="R50ca873a13b0403b" /><Relationship Type="http://schemas.openxmlformats.org/officeDocument/2006/relationships/slideLayout" Target="/ppt/slideLayouts/slideLayout4.xml" Id="Rc566d68219334697" /><Relationship Type="http://schemas.openxmlformats.org/officeDocument/2006/relationships/slideLayout" Target="/ppt/slideLayouts/slideLayout5.xml" Id="R61f40d2580314ec5" /><Relationship Type="http://schemas.openxmlformats.org/officeDocument/2006/relationships/slideLayout" Target="/ppt/slideLayouts/slideLayout6.xml" Id="R01f41e74c1cb4c85" /><Relationship Type="http://schemas.openxmlformats.org/officeDocument/2006/relationships/slideLayout" Target="/ppt/slideLayouts/slideLayout7.xml" Id="Rc26939648d1740a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封面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25e1df7c54b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0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6d9576ec049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200" y="911219"/>
            <a:ext cx="2463465" cy="537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" name="幻灯片标题">
            <a:extLst xmlns:a="http://schemas.openxmlformats.org/drawingml/2006/main">
              <a:ext uri="{FF2B5EF4-FFF2-40B4-BE49-F238E27FC236}">
                <a16:creationId xmlns:a16="http://schemas.microsoft.com/office/drawing/2014/main" id="{D7714041-FE84-4653-B753-5B27DAA0A4C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10477500" cy="143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/>
          </a:bodyPr>
          <a:lstStyle xmlns:a="http://schemas.openxmlformats.org/drawingml/2006/main"/>
          <a:p xmlns:a="http://schemas.openxmlformats.org/drawingml/2006/main">
            <a:r>
              <a:t>幻灯片标题</a:t>
            </a:r>
          </a:p>
        </p:txBody>
      </p:sp>
      <p:sp>
        <p:nvSpPr>
          <p:cNvPr id="5" name="正文级别 1…">
            <a:extLst xmlns:a="http://schemas.openxmlformats.org/drawingml/2006/main">
              <a:ext uri="{FF2B5EF4-FFF2-40B4-BE49-F238E27FC236}">
                <a16:creationId xmlns:a16="http://schemas.microsoft.com/office/drawing/2014/main" id="{70DA6EFD-4636-42AB-8124-FA4371A950F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10477500" cy="82560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/>
          </a:bodyPr>
          <a:lstStyle xmlns:a="http://schemas.openxmlformats.org/drawingml/2006/main"/>
          <a:p xmlns:a="http://schemas.openxmlformats.org/drawingml/2006/main">
            <a:r>
              <a:t>幻灯片项目符号文本</a:t>
            </a:r>
          </a:p>
          <a:p xmlns:a="http://schemas.openxmlformats.org/drawingml/2006/main">
            <a:pPr lvl="1">
              <a:buNone/>
            </a:pPr>
            <a:endParaRPr/>
          </a:p>
          <a:p xmlns:a="http://schemas.openxmlformats.org/drawingml/2006/main">
            <a:pPr lvl="2">
              <a:buNone/>
            </a:pPr>
            <a:endParaRPr/>
          </a:p>
          <a:p xmlns:a="http://schemas.openxmlformats.org/drawingml/2006/main">
            <a:pPr lvl="3">
              <a:buNone/>
            </a:pPr>
            <a:endParaRPr/>
          </a:p>
          <a:p xmlns:a="http://schemas.openxmlformats.org/drawingml/2006/main">
            <a:pPr lvl="4">
              <a:buNone/>
            </a:pPr>
            <a:endParaRPr/>
          </a:p>
        </p:txBody>
      </p:sp>
      <p:sp>
        <p:nvSpPr>
          <p:cNvPr id="6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7F9D6E73-8A70-4DEF-80D3-D7B43B1DFCA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1989298" y="13087298"/>
            <a:ext cx="392907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defTabSz="584200">
              <a:buNone/>
              <a:defRPr sz="1800">
                <a:solidFill>
                  <a:srgbClr val="000000"/>
                </a:solidFill>
              </a:defRPr>
            </a:lvl1pPr>
          </a:lstStyle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408dfdcc64354"/>
    <p:sldLayoutId xmlns:r="http://schemas.openxmlformats.org/officeDocument/2006/relationships" id="2147483650" r:id="Rc5974342e1ef496e"/>
    <p:sldLayoutId xmlns:r="http://schemas.openxmlformats.org/officeDocument/2006/relationships" id="2147483651" r:id="R50ca873a13b0403b"/>
    <p:sldLayoutId xmlns:r="http://schemas.openxmlformats.org/officeDocument/2006/relationships" id="2147483652" r:id="Rc566d68219334697"/>
    <p:sldLayoutId xmlns:r="http://schemas.openxmlformats.org/officeDocument/2006/relationships" id="2147483653" r:id="R61f40d2580314ec5"/>
    <p:sldLayoutId xmlns:r="http://schemas.openxmlformats.org/officeDocument/2006/relationships" id="2147483654" r:id="R01f41e74c1cb4c85"/>
    <p:sldLayoutId xmlns:r="http://schemas.openxmlformats.org/officeDocument/2006/relationships" id="2147483655" r:id="Rc26939648d1740a9"/>
  </p:sldLayoutIdLst>
  <p:hf sldNum="0" hdr="0" ftr="0" dt="0"/>
  <p:txStyles>
    <p:titleStyle>
      <a:lvl1pPr xmlns:a="http://schemas.openxmlformats.org/drawingml/2006/main" marL="0" marR="0" indent="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6096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12192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18288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24384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30480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36576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42672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48768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54864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marR="0" indent="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9b57a5efed4886" /><Relationship Type="http://schemas.openxmlformats.org/officeDocument/2006/relationships/image" Target="/ppt/media/image5.png" Id="Rccf0f48a79b14f75" /><Relationship Type="http://schemas.openxmlformats.org/officeDocument/2006/relationships/notesSlide" Target="/ppt/notesSlides/notesSlide1.xml" Id="Rb97acd4240a445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18e74529573414a" /><Relationship Type="http://schemas.openxmlformats.org/officeDocument/2006/relationships/image" Target="/ppt/media/image6.png" Id="Rfda6026c72824f58" /><Relationship Type="http://schemas.openxmlformats.org/officeDocument/2006/relationships/notesSlide" Target="/ppt/notesSlides/notesSlide2.xml" Id="Rc522ea87ac4343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AgentScope Roadmap：三条能力主线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Harness 夯实长任务内核，AgentCore 承接生产运营，多 Agent 与服务能力扩展规模化协作边界。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0f48a79b14f75"/>
          <a:stretch xmlns:a="http://schemas.openxmlformats.org/drawingml/2006/main"/>
        </p:blipFill>
        <p:spPr>
          <a:xfrm xmlns:a="http://schemas.openxmlformats.org/drawingml/2006/main" flipH="0" flipV="0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AgentScope Roadmap：统一 Agent 生产闭环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统一事件、状态和控制面契约，让开发、运行、治理与协作在同一生命周期内闭环。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6026c72824f58"/>
          <a:stretch xmlns:a="http://schemas.openxmlformats.org/drawingml/2006/main"/>
        </p:blipFill>
        <p:spPr>
          <a:xfrm xmlns:a="http://schemas.openxmlformats.org/drawingml/2006/main" flipH="0" flipV="0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2026-08-28T06:34:48.3160000Z</dcterms:created>
  <dcterms:modified xsi:type="dcterms:W3CDTF">2026-08-28T06:34:48.3160000Z</dcterms:modified>
</coreProperties>
</file>