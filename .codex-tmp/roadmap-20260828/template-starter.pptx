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b46a7804d7465f" /><Relationship Type="http://schemas.openxmlformats.org/officeDocument/2006/relationships/extended-properties" Target="/docProps/app.xml" Id="R09031b72d4ab4a70" /><Relationship Type="http://schemas.openxmlformats.org/officeDocument/2006/relationships/officeDocument" Target="/ppt/presentation.xml" Id="R72455efe5b8642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89552f175f469a"/>
  </p:sldMasterIdLst>
  <p:notesMasterIdLst>
    <p:notesMasterId xmlns:r="http://schemas.openxmlformats.org/officeDocument/2006/relationships" r:id="Raebd86bef5b54fcb"/>
  </p:notesMasterIdLst>
  <p:sldIdLst>
    <p:sldId xmlns:r="http://schemas.openxmlformats.org/officeDocument/2006/relationships" id="256" r:id="R8ecf27717f8246da"/>
    <p:sldId xmlns:r="http://schemas.openxmlformats.org/officeDocument/2006/relationships" id="257" r:id="R68c95e6d06ab41b2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00885aca5542db" /><Relationship Type="http://schemas.openxmlformats.org/officeDocument/2006/relationships/slideMaster" Target="/ppt/slideMasters/slideMaster1.xml" Id="R0289552f175f469a" /><Relationship Type="http://schemas.openxmlformats.org/officeDocument/2006/relationships/notesMaster" Target="/ppt/notesMasters/notesMaster1.xml" Id="Raebd86bef5b54fcb" /><Relationship Type="http://schemas.openxmlformats.org/officeDocument/2006/relationships/presProps" Target="/ppt/presProps.xml" Id="R27710718a3e946f4" /><Relationship Type="http://schemas.openxmlformats.org/officeDocument/2006/relationships/viewProps" Target="/ppt/viewProps.xml" Id="R034dd086650a4796" /><Relationship Type="http://schemas.openxmlformats.org/officeDocument/2006/relationships/tableStyles" Target="/ppt/tableStyles.xml" Id="R57f9e3fc644d4068" /><Relationship Type="http://schemas.openxmlformats.org/officeDocument/2006/relationships/slide" Target="/ppt/slides/slide1.xml" Id="R8ecf27717f8246da" /><Relationship Type="http://schemas.openxmlformats.org/officeDocument/2006/relationships/slide" Target="/ppt/slides/slide2.xml" Id="R68c95e6d06ab41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cb81e5e5a84f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FZLanTingHei-M-GBK"/>
        <a:ea typeface="FZLanTingHei-M-GBK"/>
        <a:cs typeface="FZLanTingHei-M-GBK"/>
      </a:majorFont>
      <a:minorFont>
        <a:latin typeface="FZLanTingHei-M-GBK"/>
        <a:ea typeface="FZLanTingHei-M-GBK"/>
        <a:cs typeface="FZLanTingHei-M-GBK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105831e9e24c89" /><Relationship Type="http://schemas.openxmlformats.org/officeDocument/2006/relationships/notesMaster" Target="/ppt/notesMasters/notesMaster1.xml" Id="R1f2446e8f7ff44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a56cc4044749c6" /><Relationship Type="http://schemas.openxmlformats.org/officeDocument/2006/relationships/notesMaster" Target="/ppt/notesMasters/notesMaster1.xml" Id="R428bc57abbe24b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5fc0413034e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97625d6494d01" /><Relationship Type="http://schemas.openxmlformats.org/officeDocument/2006/relationships/image" Target="/ppt/media/image2.jpeg" Id="Rb2bef169a9554a80" /><Relationship Type="http://schemas.openxmlformats.org/officeDocument/2006/relationships/image" Target="/ppt/media/image.png" Id="R2b9c404f8a8a4c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c2343084042af" /><Relationship Type="http://schemas.openxmlformats.org/officeDocument/2006/relationships/image" Target="/ppt/media/image3.jpeg" Id="R20e4b7ab41314328" /><Relationship Type="http://schemas.openxmlformats.org/officeDocument/2006/relationships/image" Target="/ppt/media/image.png" Id="Re48debf963f94d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765d512124795" /><Relationship Type="http://schemas.openxmlformats.org/officeDocument/2006/relationships/image" Target="/ppt/media/image.png" Id="R509b0230fd4a4b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c38c770b74107" /><Relationship Type="http://schemas.openxmlformats.org/officeDocument/2006/relationships/image" Target="/ppt/media/image2.png" Id="R27d3660728c24de2" /><Relationship Type="http://schemas.openxmlformats.org/officeDocument/2006/relationships/image" Target="/ppt/media/image.png" Id="R71d6200603ee4b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61fdde0954816" /><Relationship Type="http://schemas.openxmlformats.org/officeDocument/2006/relationships/image" Target="/ppt/media/image3.png" Id="R6953a15ff9df4e42" /><Relationship Type="http://schemas.openxmlformats.org/officeDocument/2006/relationships/image" Target="/ppt/media/image.png" Id="R1b453b90bcf44ea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f19c802154dfb" /><Relationship Type="http://schemas.openxmlformats.org/officeDocument/2006/relationships/image" Target="/ppt/media/image4.jpeg" Id="R86522ea0c7414db3" /><Relationship Type="http://schemas.openxmlformats.org/officeDocument/2006/relationships/image" Target="/ppt/media/image4.png" Id="Reaa71cdde3f546b0" /></Relationships>
</file>

<file path=ppt/slideLayouts/slideLayout1.xml><?xml version="1.0" encoding="utf-8"?>
<p:sldLayout xmlns:p="http://schemas.openxmlformats.org/presentationml/2006/main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91824907-141F-4C38-8A90-FA526337C321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目录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ef169a9554a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26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c404f8a8a4c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758819"/>
            <a:ext cx="1881628" cy="410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2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54CECEE1-5A30-4EA5-A06F-616CEAECD94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0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1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4b7ab41314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511000" cy="1371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35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debf963f94d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758819"/>
            <a:ext cx="1881628" cy="410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1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395EC028-BEC6-44DA-8316-682C10DC4CE2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>
  <p:cSld name="内容页-空白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矩形">
            <a:extLst xmlns:a="http://schemas.openxmlformats.org/drawingml/2006/main">
              <a:ext uri="{FF2B5EF4-FFF2-40B4-BE49-F238E27FC236}">
                <a16:creationId xmlns:a16="http://schemas.microsoft.com/office/drawing/2014/main" id="{EA2DB30B-C883-4D0F-A573-78DD567B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1"/>
            <a:ext cx="24384001" cy="13716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>
              <a:alpha val="15000"/>
            </a:srgb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defTabSz="825500">
              <a:buNone/>
              <a:defRPr sz="32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3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b0230fd4a4b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758819"/>
            <a:ext cx="1881628" cy="410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0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A76DDB77-9C30-4EFE-A437-DE41730160A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0">
  <p:cSld name="内容页-浅色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2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3660728c24de2">
            <a:alphaModFix amt="80251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524000" y="-2540000"/>
            <a:ext cx="30480000" cy="17145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62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6200603ee4b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758819"/>
            <a:ext cx="1881628" cy="410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8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6ACCA374-BFF1-463C-BAF7-184DEE6C794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0">
  <p:cSld name="内容页-浅色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3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3a15ff9df4e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71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53b90bcf44e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758819"/>
            <a:ext cx="1881628" cy="410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7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9DBCBB3E-C35E-4A1A-853B-CBFB5BD95F4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>
  <p:cSld name="封底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6" name="封底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22ea0c7414d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107" name="图像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71cdde3f546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2959" y="9656409"/>
            <a:ext cx="10885584" cy="68968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03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EB9C8D8D-BDBD-44D7-B19A-3FE38A4245A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956d597112904b2b" /><Relationship Type="http://schemas.openxmlformats.org/officeDocument/2006/relationships/image" Target="/ppt/media/image.png" Id="R2a139a8653e347e3" /><Relationship Type="http://schemas.openxmlformats.org/officeDocument/2006/relationships/theme" Target="/ppt/slideMasters/theme/theme2.xml" Id="R4d39e5507cfd4c63" /><Relationship Type="http://schemas.openxmlformats.org/officeDocument/2006/relationships/slideLayout" Target="/ppt/slideLayouts/slideLayout1.xml" Id="Rf45d4114701942a6" /><Relationship Type="http://schemas.openxmlformats.org/officeDocument/2006/relationships/slideLayout" Target="/ppt/slideLayouts/slideLayout2.xml" Id="R51d5716652d047a2" /><Relationship Type="http://schemas.openxmlformats.org/officeDocument/2006/relationships/slideLayout" Target="/ppt/slideLayouts/slideLayout3.xml" Id="Re63fe2187b284d61" /><Relationship Type="http://schemas.openxmlformats.org/officeDocument/2006/relationships/slideLayout" Target="/ppt/slideLayouts/slideLayout4.xml" Id="Rff9c34f58a454f4d" /><Relationship Type="http://schemas.openxmlformats.org/officeDocument/2006/relationships/slideLayout" Target="/ppt/slideLayouts/slideLayout5.xml" Id="Ra0b41d1d352b415c" /><Relationship Type="http://schemas.openxmlformats.org/officeDocument/2006/relationships/slideLayout" Target="/ppt/slideLayouts/slideLayout6.xml" Id="Rb646d21a4dcc4656" /><Relationship Type="http://schemas.openxmlformats.org/officeDocument/2006/relationships/slideLayout" Target="/ppt/slideLayouts/slideLayout7.xml" Id="R036e3142d6f149b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封面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d597112904b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10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39a8653e3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200" y="911219"/>
            <a:ext cx="2463465" cy="537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" name="幻灯片标题">
            <a:extLst xmlns:a="http://schemas.openxmlformats.org/drawingml/2006/main">
              <a:ext uri="{FF2B5EF4-FFF2-40B4-BE49-F238E27FC236}">
                <a16:creationId xmlns:a16="http://schemas.microsoft.com/office/drawing/2014/main" id="{D7714041-FE84-4653-B753-5B27DAA0A4C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079500"/>
            <a:ext cx="10477500" cy="1435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/>
          </a:bodyPr>
          <a:lstStyle xmlns:a="http://schemas.openxmlformats.org/drawingml/2006/main"/>
          <a:p xmlns:a="http://schemas.openxmlformats.org/drawingml/2006/main">
            <a:r>
              <a:t>幻灯片标题</a:t>
            </a:r>
          </a:p>
        </p:txBody>
      </p:sp>
      <p:sp>
        <p:nvSpPr>
          <p:cNvPr id="5" name="正文级别 1…">
            <a:extLst xmlns:a="http://schemas.openxmlformats.org/drawingml/2006/main">
              <a:ext uri="{FF2B5EF4-FFF2-40B4-BE49-F238E27FC236}">
                <a16:creationId xmlns:a16="http://schemas.microsoft.com/office/drawing/2014/main" id="{70DA6EFD-4636-42AB-8124-FA4371A950F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10477500" cy="82560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/>
          </a:bodyPr>
          <a:lstStyle xmlns:a="http://schemas.openxmlformats.org/drawingml/2006/main"/>
          <a:p xmlns:a="http://schemas.openxmlformats.org/drawingml/2006/main">
            <a:r>
              <a:t>幻灯片项目符号文本</a:t>
            </a:r>
          </a:p>
          <a:p xmlns:a="http://schemas.openxmlformats.org/drawingml/2006/main">
            <a:pPr lvl="1">
              <a:buNone/>
            </a:pPr>
            <a:endParaRPr/>
          </a:p>
          <a:p xmlns:a="http://schemas.openxmlformats.org/drawingml/2006/main">
            <a:pPr lvl="2">
              <a:buNone/>
            </a:pPr>
            <a:endParaRPr/>
          </a:p>
          <a:p xmlns:a="http://schemas.openxmlformats.org/drawingml/2006/main">
            <a:pPr lvl="3">
              <a:buNone/>
            </a:pPr>
            <a:endParaRPr/>
          </a:p>
          <a:p xmlns:a="http://schemas.openxmlformats.org/drawingml/2006/main">
            <a:pPr lvl="4">
              <a:buNone/>
            </a:pPr>
            <a:endParaRPr/>
          </a:p>
        </p:txBody>
      </p:sp>
      <p:sp>
        <p:nvSpPr>
          <p:cNvPr id="6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7F9D6E73-8A70-4DEF-80D3-D7B43B1DFCA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11989298" y="13087298"/>
            <a:ext cx="392907" cy="368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defTabSz="584200">
              <a:buNone/>
              <a:defRPr sz="1800">
                <a:solidFill>
                  <a:srgbClr val="000000"/>
                </a:solidFill>
              </a:defRPr>
            </a:lvl1pPr>
          </a:lstStyle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5d4114701942a6"/>
    <p:sldLayoutId xmlns:r="http://schemas.openxmlformats.org/officeDocument/2006/relationships" id="2147483650" r:id="R51d5716652d047a2"/>
    <p:sldLayoutId xmlns:r="http://schemas.openxmlformats.org/officeDocument/2006/relationships" id="2147483651" r:id="Re63fe2187b284d61"/>
    <p:sldLayoutId xmlns:r="http://schemas.openxmlformats.org/officeDocument/2006/relationships" id="2147483652" r:id="Rff9c34f58a454f4d"/>
    <p:sldLayoutId xmlns:r="http://schemas.openxmlformats.org/officeDocument/2006/relationships" id="2147483653" r:id="Ra0b41d1d352b415c"/>
    <p:sldLayoutId xmlns:r="http://schemas.openxmlformats.org/officeDocument/2006/relationships" id="2147483654" r:id="Rb646d21a4dcc4656"/>
    <p:sldLayoutId xmlns:r="http://schemas.openxmlformats.org/officeDocument/2006/relationships" id="2147483655" r:id="R036e3142d6f149be"/>
  </p:sldLayoutIdLst>
  <p:hf sldNum="0" hdr="0" ftr="0" dt="0"/>
  <p:txStyles>
    <p:titleStyle>
      <a:lvl1pPr xmlns:a="http://schemas.openxmlformats.org/drawingml/2006/main" marL="0" marR="0" indent="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9pPr>
    </p:titleStyle>
    <p:bodyStyle>
      <a:lvl1pPr xmlns:a="http://schemas.openxmlformats.org/drawingml/2006/main" marL="6096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L="12192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xmlns:a="http://schemas.openxmlformats.org/drawingml/2006/main" marL="18288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xmlns:a="http://schemas.openxmlformats.org/drawingml/2006/main" marL="24384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xmlns:a="http://schemas.openxmlformats.org/drawingml/2006/main" marL="30480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xmlns:a="http://schemas.openxmlformats.org/drawingml/2006/main" marL="36576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42672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48768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54864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marR="0" indent="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FZLanTingHei-M-GBK"/>
        <a:ea typeface="FZLanTingHei-M-GBK"/>
        <a:cs typeface="FZLanTingHei-M-GBK"/>
      </a:majorFont>
      <a:minorFont>
        <a:latin typeface="FZLanTingHei-M-GBK"/>
        <a:ea typeface="FZLanTingHei-M-GBK"/>
        <a:cs typeface="FZLanTingHei-M-GBK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5633e9678d54ec5" /><Relationship Type="http://schemas.openxmlformats.org/officeDocument/2006/relationships/image" Target="/ppt/media/image5.png" Id="Re9abb5a257394f89" /><Relationship Type="http://schemas.openxmlformats.org/officeDocument/2006/relationships/notesSlide" Target="/ppt/notesSlides/notesSlide1.xml" Id="R07d05d7c723045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6d75acc6f6c47c3" /><Relationship Type="http://schemas.openxmlformats.org/officeDocument/2006/relationships/image" Target="/ppt/media/image5.png" Id="Rbc5fa1e2fbfc4232" /><Relationship Type="http://schemas.openxmlformats.org/officeDocument/2006/relationships/notesSlide" Target="/ppt/notesSlides/notesSlide2.xml" Id="R08510bd2af9349d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bb5a257394f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7576" y="3197411"/>
            <a:ext cx="20483570" cy="10518589"/>
          </a:xfrm>
          <a:prstGeom xmlns:a="http://schemas.openxmlformats.org/drawingml/2006/main" prst="rect">
            <a:avLst/>
          </a:prstGeom>
        </p:spPr>
      </p:pic>
      <p:sp>
        <p:nvSpPr>
          <p:cNvPr id="3" name="请填写大标题-方正兰亭粗黑60磅-限制一行">
            <a:extLst xmlns:a="http://schemas.openxmlformats.org/drawingml/2006/main">
              <a:ext uri="{FF2B5EF4-FFF2-40B4-BE49-F238E27FC236}">
                <a16:creationId xmlns:a16="http://schemas.microsoft.com/office/drawing/2014/main" id="{BB1AC2E1-C1C7-2EAB-A0EF-85D67CC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247" y="265688"/>
            <a:ext cx="16177506" cy="1025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defTabSz="825500">
              <a:buNone/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</a:defRPr>
            </a:lvl1pPr>
          </a:lstStyle>
          <a:p xmlns:a="http://schemas.openxmlformats.org/drawingml/2006/main">
            <a:r>
              <a:rPr>
                <a:latin typeface="Alibaba PuHuiTi R"/>
                <a:ea typeface="Alibaba PuHuiTi R"/>
                <a:cs typeface="Alibaba PuHuiTi R"/>
              </a:rPr>
              <a:t>AgentScope</a:t>
            </a:r>
            <a:r>
              <a:rPr>
                <a:latin typeface="Alibaba PuHuiTi R"/>
                <a:ea typeface="Alibaba PuHuiTi R"/>
                <a:cs typeface="Alibaba PuHuiTi R"/>
              </a:rPr>
              <a:t> Service -</a:t>
            </a:r>
            <a:r>
              <a:rPr>
                <a:latin typeface="Alibaba PuHuiTi R"/>
                <a:ea typeface="Alibaba PuHuiTi R"/>
                <a:cs typeface="Alibaba PuHuiTi R"/>
              </a:rPr>
              <a:t>企业级智能体编排控制面</a:t>
            </a:r>
            <a:endParaRPr>
              <a:latin typeface="Alibaba PuHuiTi R"/>
              <a:ea typeface="Alibaba PuHuiTi R"/>
              <a:cs typeface="Alibaba PuHuiTi R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6CDCBDE-7926-6098-EB8F-E982046F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577" y="1779964"/>
            <a:ext cx="20119788" cy="1395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/>
              <a:t>AgentScope Service 的目标不是替换你现有的 Agent 框架，而是提供一层统一控制面，让你把用不同框架</a:t>
            </a:r>
            <a:r>
              <a:rPr sz="2800"/>
              <a:t>（</a:t>
            </a:r>
            <a:r>
              <a:rPr sz="2800"/>
              <a:t>AgentScope</a:t>
            </a:r>
            <a:r>
              <a:rPr sz="2800"/>
              <a:t>、</a:t>
            </a:r>
            <a:r>
              <a:rPr sz="2800"/>
              <a:t>Langchain</a:t>
            </a:r>
            <a:r>
              <a:rPr sz="2800"/>
              <a:t>、</a:t>
            </a:r>
            <a:r>
              <a:rPr sz="2800"/>
              <a:t>ADK</a:t>
            </a:r>
            <a:r>
              <a:rPr sz="2800"/>
              <a:t> 等）</a:t>
            </a:r>
            <a:r>
              <a:rPr sz="2800"/>
              <a:t>、不同技术栈（Claude、OpenClaw、QwenPaw 等）搭建的智能体统一管控、协作起来。</a:t>
            </a:r>
            <a:endParaRPr sz="2800" b="0" i="0" u="none" cap="none" spc="0" baseline="0">
              <a:ln>
                <a:noFill/>
              </a:ln>
              <a:solidFill>
                <a:srgbClr val="5E5E5E"/>
              </a:solidFill>
              <a:latin typeface="+mn-lt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285334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fa1e2fbfc42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7576" y="3197411"/>
            <a:ext cx="20483570" cy="10518589"/>
          </a:xfrm>
          <a:prstGeom xmlns:a="http://schemas.openxmlformats.org/drawingml/2006/main" prst="rect">
            <a:avLst/>
          </a:prstGeom>
        </p:spPr>
      </p:pic>
      <p:sp>
        <p:nvSpPr>
          <p:cNvPr id="3" name="请填写大标题-方正兰亭粗黑60磅-限制一行">
            <a:extLst xmlns:a="http://schemas.openxmlformats.org/drawingml/2006/main">
              <a:ext uri="{FF2B5EF4-FFF2-40B4-BE49-F238E27FC236}">
                <a16:creationId xmlns:a16="http://schemas.microsoft.com/office/drawing/2014/main" id="{BB1AC2E1-C1C7-2EAB-A0EF-85D67CC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247" y="265688"/>
            <a:ext cx="16177506" cy="1025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defTabSz="825500">
              <a:buNone/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</a:defRPr>
            </a:lvl1pPr>
          </a:lstStyle>
          <a:p xmlns:a="http://schemas.openxmlformats.org/drawingml/2006/main">
            <a:r>
              <a:rPr>
                <a:latin typeface="Alibaba PuHuiTi R"/>
                <a:ea typeface="Alibaba PuHuiTi R"/>
                <a:cs typeface="Alibaba PuHuiTi R"/>
              </a:rPr>
              <a:t>AgentScope</a:t>
            </a:r>
            <a:r>
              <a:rPr>
                <a:latin typeface="Alibaba PuHuiTi R"/>
                <a:ea typeface="Alibaba PuHuiTi R"/>
                <a:cs typeface="Alibaba PuHuiTi R"/>
              </a:rPr>
              <a:t> Service -</a:t>
            </a:r>
            <a:r>
              <a:rPr>
                <a:latin typeface="Alibaba PuHuiTi R"/>
                <a:ea typeface="Alibaba PuHuiTi R"/>
                <a:cs typeface="Alibaba PuHuiTi R"/>
              </a:rPr>
              <a:t>企业级智能体编排控制面</a:t>
            </a:r>
            <a:endParaRPr>
              <a:latin typeface="Alibaba PuHuiTi R"/>
              <a:ea typeface="Alibaba PuHuiTi R"/>
              <a:cs typeface="Alibaba PuHuiTi R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6CDCBDE-7926-6098-EB8F-E982046F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577" y="1779964"/>
            <a:ext cx="20119788" cy="1395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/>
              <a:t>AgentScope Service 的目标不是替换你现有的 Agent 框架，而是提供一层统一控制面，让你把用不同框架</a:t>
            </a:r>
            <a:r>
              <a:rPr sz="2800"/>
              <a:t>（</a:t>
            </a:r>
            <a:r>
              <a:rPr sz="2800"/>
              <a:t>AgentScope</a:t>
            </a:r>
            <a:r>
              <a:rPr sz="2800"/>
              <a:t>、</a:t>
            </a:r>
            <a:r>
              <a:rPr sz="2800"/>
              <a:t>Langchain</a:t>
            </a:r>
            <a:r>
              <a:rPr sz="2800"/>
              <a:t>、</a:t>
            </a:r>
            <a:r>
              <a:rPr sz="2800"/>
              <a:t>ADK</a:t>
            </a:r>
            <a:r>
              <a:rPr sz="2800"/>
              <a:t> 等）</a:t>
            </a:r>
            <a:r>
              <a:rPr sz="2800"/>
              <a:t>、不同技术栈（Claude、OpenClaw、QwenPaw 等）搭建的智能体统一管控、协作起来。</a:t>
            </a:r>
            <a:endParaRPr sz="2800" b="0" i="0" u="none" cap="none" spc="0" baseline="0">
              <a:ln>
                <a:noFill/>
              </a:ln>
              <a:solidFill>
                <a:srgbClr val="5E5E5E"/>
              </a:solidFill>
              <a:latin typeface="+mn-lt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28533437"/>
      </p:ext>
    </p:extLst>
  </p:cSld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FZLanTingHei-M-GBK"/>
        <a:ea typeface="FZLanTingHei-M-GBK"/>
        <a:cs typeface="FZLanTingHei-M-GBK"/>
      </a:majorFont>
      <a:minorFont>
        <a:latin typeface="FZLanTingHei-M-GBK"/>
        <a:ea typeface="FZLanTingHei-M-GBK"/>
        <a:cs typeface="FZLanTingHei-M-GBK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2026-08-28T06:33:11.6120000Z</dcterms:created>
  <dcterms:modified xsi:type="dcterms:W3CDTF">2026-08-28T06:33:11.6120000Z</dcterms:modified>
</coreProperties>
</file>